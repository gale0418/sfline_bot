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7399267e9e4259" /><Relationship Type="http://schemas.openxmlformats.org/officeDocument/2006/relationships/extended-properties" Target="/docProps/app.xml" Id="Rb3ffa0d0dbc047ae" /><Relationship Type="http://schemas.openxmlformats.org/officeDocument/2006/relationships/officeDocument" Target="/ppt/presentation.xml" Id="Ra5ad68f634da4874" /></Relationships>
</file>

<file path=ppt/presentation.xml><?xml version="1.0" encoding="utf-8"?>
<p:presentation xmlns:p="http://schemas.openxmlformats.org/presentationml/2006/main">
  <p:sldMasterIdLst>
    <p:sldMasterId xmlns:r="http://schemas.openxmlformats.org/officeDocument/2006/relationships" id="2147483648" r:id="Ra9c8d521943b44b8"/>
  </p:sldMasterIdLst>
  <p:notesMasterIdLst>
    <p:notesMasterId xmlns:r="http://schemas.openxmlformats.org/officeDocument/2006/relationships" r:id="R92470e999c6149b7"/>
  </p:notesMasterIdLst>
  <p:sldIdLst>
    <p:sldId xmlns:r="http://schemas.openxmlformats.org/officeDocument/2006/relationships" id="256" r:id="Rc7deb432382143b2"/>
    <p:sldId xmlns:r="http://schemas.openxmlformats.org/officeDocument/2006/relationships" id="257" r:id="R772a1c5b47194d3a"/>
    <p:sldId xmlns:r="http://schemas.openxmlformats.org/officeDocument/2006/relationships" id="258" r:id="R8e9ac75febfc4262"/>
    <p:sldId xmlns:r="http://schemas.openxmlformats.org/officeDocument/2006/relationships" id="259" r:id="Rda8416d0181b4a93"/>
    <p:sldId xmlns:r="http://schemas.openxmlformats.org/officeDocument/2006/relationships" id="260" r:id="Rd620aca369754335"/>
    <p:sldId xmlns:r="http://schemas.openxmlformats.org/officeDocument/2006/relationships" id="261" r:id="Rfdd8abae81eb4bd8"/>
    <p:sldId xmlns:r="http://schemas.openxmlformats.org/officeDocument/2006/relationships" id="262" r:id="Rcf25f6a02fdf4aff"/>
    <p:sldId xmlns:r="http://schemas.openxmlformats.org/officeDocument/2006/relationships" id="263" r:id="R2fd9bbe69b644abf"/>
    <p:sldId xmlns:r="http://schemas.openxmlformats.org/officeDocument/2006/relationships" id="264" r:id="Rff05aba2b2cf472e"/>
    <p:sldId xmlns:r="http://schemas.openxmlformats.org/officeDocument/2006/relationships" id="265" r:id="R2e6f1e7b56c547fd"/>
    <p:sldId xmlns:r="http://schemas.openxmlformats.org/officeDocument/2006/relationships" id="266" r:id="Rc2a53e8fa14e4f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92a1dd488b4b29" /><Relationship Type="http://schemas.openxmlformats.org/officeDocument/2006/relationships/slideMaster" Target="/ppt/slideMasters/slideMaster1.xml" Id="Ra9c8d521943b44b8" /><Relationship Type="http://schemas.openxmlformats.org/officeDocument/2006/relationships/notesMaster" Target="/ppt/notesMasters/notesMaster1.xml" Id="R92470e999c6149b7" /><Relationship Type="http://schemas.openxmlformats.org/officeDocument/2006/relationships/presProps" Target="/ppt/presProps.xml" Id="R43800ae5735f4310" /><Relationship Type="http://schemas.openxmlformats.org/officeDocument/2006/relationships/tableStyles" Target="/ppt/tableStyles.xml" Id="Ra77bff01b8bc4887" /><Relationship Type="http://schemas.openxmlformats.org/officeDocument/2006/relationships/slide" Target="/ppt/slides/slide1.xml" Id="Rc7deb432382143b2" /><Relationship Type="http://schemas.openxmlformats.org/officeDocument/2006/relationships/slide" Target="/ppt/slides/slide2.xml" Id="R772a1c5b47194d3a" /><Relationship Type="http://schemas.openxmlformats.org/officeDocument/2006/relationships/slide" Target="/ppt/slides/slide3.xml" Id="R8e9ac75febfc4262" /><Relationship Type="http://schemas.openxmlformats.org/officeDocument/2006/relationships/slide" Target="/ppt/slides/slide4.xml" Id="Rda8416d0181b4a93" /><Relationship Type="http://schemas.openxmlformats.org/officeDocument/2006/relationships/slide" Target="/ppt/slides/slide5.xml" Id="Rd620aca369754335" /><Relationship Type="http://schemas.openxmlformats.org/officeDocument/2006/relationships/slide" Target="/ppt/slides/slide6.xml" Id="Rfdd8abae81eb4bd8" /><Relationship Type="http://schemas.openxmlformats.org/officeDocument/2006/relationships/slide" Target="/ppt/slides/slide7.xml" Id="Rcf25f6a02fdf4aff" /><Relationship Type="http://schemas.openxmlformats.org/officeDocument/2006/relationships/slide" Target="/ppt/slides/slide8.xml" Id="R2fd9bbe69b644abf" /><Relationship Type="http://schemas.openxmlformats.org/officeDocument/2006/relationships/slide" Target="/ppt/slides/slide9.xml" Id="Rff05aba2b2cf472e" /><Relationship Type="http://schemas.openxmlformats.org/officeDocument/2006/relationships/slide" Target="/ppt/slides/slide10.xml" Id="R2e6f1e7b56c547fd" /><Relationship Type="http://schemas.openxmlformats.org/officeDocument/2006/relationships/slide" Target="/ppt/slides/slide11.xml" Id="Rc2a53e8fa14e4f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a4b6ad4f3049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4330eb6a0046c4" /><Relationship Type="http://schemas.openxmlformats.org/officeDocument/2006/relationships/notesMaster" Target="/ppt/notesMasters/notesMaster1.xml" Id="Re84f541441ca4c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bc88d155b5443d" /><Relationship Type="http://schemas.openxmlformats.org/officeDocument/2006/relationships/notesMaster" Target="/ppt/notesMasters/notesMaster1.xml" Id="Refebcb391ce94e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07a1374e93401e" /><Relationship Type="http://schemas.openxmlformats.org/officeDocument/2006/relationships/notesMaster" Target="/ppt/notesMasters/notesMaster1.xml" Id="Rc90b6f6701ea40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b0c198633042c8" /><Relationship Type="http://schemas.openxmlformats.org/officeDocument/2006/relationships/notesMaster" Target="/ppt/notesMasters/notesMaster1.xml" Id="R49f59a137ccb48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0a30733d8e4f04" /><Relationship Type="http://schemas.openxmlformats.org/officeDocument/2006/relationships/notesMaster" Target="/ppt/notesMasters/notesMaster1.xml" Id="R31552a3ba79e4e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ba25e217924c71" /><Relationship Type="http://schemas.openxmlformats.org/officeDocument/2006/relationships/notesMaster" Target="/ppt/notesMasters/notesMaster1.xml" Id="Rfe4b6ba9bb414c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922ecafb5444f9" /><Relationship Type="http://schemas.openxmlformats.org/officeDocument/2006/relationships/notesMaster" Target="/ppt/notesMasters/notesMaster1.xml" Id="R36fcb009909149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e4acb42a1a46df" /><Relationship Type="http://schemas.openxmlformats.org/officeDocument/2006/relationships/notesMaster" Target="/ppt/notesMasters/notesMaster1.xml" Id="R13e3a405662d4f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deefd0997849d9" /><Relationship Type="http://schemas.openxmlformats.org/officeDocument/2006/relationships/notesMaster" Target="/ppt/notesMasters/notesMaster1.xml" Id="R03504918a9014f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def63be7b348e4" /><Relationship Type="http://schemas.openxmlformats.org/officeDocument/2006/relationships/notesMaster" Target="/ppt/notesMasters/notesMaster1.xml" Id="Rb3dcd3b4f4d04e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e120418304469a" /><Relationship Type="http://schemas.openxmlformats.org/officeDocument/2006/relationships/notesMaster" Target="/ppt/notesMasters/notesMaster1.xml" Id="R4bf3ed8cd2ef43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七十六張結構化知識卡、涵蓋二十個科學主題的兩百二十題固定測驗題庫，並重組出八十段適合在手機上閱讀的導引式學習教材。今天的報告我會為大家完整介紹系統動機、產品定位、通訊與路由架構、四座寶庫的規則、工程健全性驗證，以及未來的發展方向。</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最後第五段是「結論與參考資料」：盤點目前已經落地的功能清單、未來部署所需的實務工作，並將所有引用的官方文獻與專案資料完整映射對應。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我們希望它能勝任三種角色：第一是高中生或大學生的課後自主探索；第二是在參觀科學館或天文台時的隨身互動導覽；第三則是透過趣味試煉隨時複習科學常識。雖然教學上的實際成效未來還需要經過正式的使用者研究，但我們已經把這套互動骨架完整搭建完成了。</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裡，內建兩百二十道固定答案的科學測驗，以及八十段循序漸進的微課程。平時隨時想聊就聊，想闖關時有引路守門人出題，答錯時還有詳細的科學解說。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API。即使模型額度用完或模型服務暫時故障，兩百二十道題目仍由伺服器上的固定資料處理；專案也沒有即時網路搜尋、RAG、向量資料庫或自行訓練模型。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第一，是七十六張人工整理的結構化知識卡。每張卡片都聚焦在特定的天文或科幻物理主題，例如黑洞事件視界、潮汐力鎖定、量子纏結與相對論效應，並載明具體的科學分類與查證來源。</a:t>
            </a:r>
          </a:p>
          <a:p xmlns:a="http://schemas.openxmlformats.org/drawingml/2006/main">
            <a:r>
              <a:t>第二，是兩百二十道固定正解的測驗題庫。這兩百二十題涵蓋二十個科學主題，從太陽系行星、恆星演化與相對論，延伸到地球科學、量子概念與太空探索技術。題庫也調整四個選項（A、B、C、D）的正確位置分布，避免使用者只靠猜選項規律破關。</a:t>
            </a:r>
          </a:p>
          <a:p xmlns:a="http://schemas.openxmlformats.org/drawingml/2006/main">
            <a:r>
              <a:t>第三，是八十段重組教材。我們沒有刻意去灌水知識卡的數量，而是把這七十六張核心知識卡與題庫概念，重新梳理拆解成八十個短小精悍的知識段落，專門用在後續要介紹的「四座寶庫導引式學習」之中。</a:t>
            </a:r>
          </a:p>
          <a:p xmlns:a="http://schemas.openxmlformats.org/drawingml/2006/main">
            <a:r>
              <a:t/>
            </a:r>
          </a:p>
          <a:p xmlns:a="http://schemas.openxmlformats.org/drawingml/2006/main">
            <a:r>
              <a:t>投影片上的原生圖表展示了二十個科學領域的題目分佈。大家可以看到，恆星物理與相對論佔了核心比重，但同時也平衡兼顧了行星天文學與前沿工程科技。</a:t>
            </a:r>
          </a:p>
          <a:p xmlns:a="http://schemas.openxmlformats.org/drawingml/2006/main">
            <a:r>
              <a:t>固定題庫測驗與導引學習段落不依賴外部 AI API。即使模型額度用完或第三方服務暫時連線不順，兩百二十題測驗與八十段教材仍能由機器人伺服器處理，答案也不會因模型生成而漂移。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如果使用者的問題經過關鍵字與詞彙比對後，高信心命中本機的七十六張知識卡，系統會直接提取卡片內容回覆。這條路徑不呼叫外部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額度用完了，專題展示就開天窗吧？</a:t>
            </a:r>
          </a:p>
          <a:p xmlns:a="http://schemas.openxmlformats.org/drawingml/2006/main">
            <a:r>
              <a:t>於是我立刻動手把系統底層重構成「可切換供應商」的架構，並將這次專題 Demo 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在題庫結構上，我們逐一驗證了兩百二十道題目的資料格式、選項均勻度與標準答案映射。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這裡我必須非常客觀地說明：這四次成功紀錄只證明在九月八日當天這四次嘗試中，這條通訊鏈路是順利通暢的，它不代表外部雲端 API 永遠具備零故障的可用性。因此在正式公開展示的當天早晨，我們依然會在現場重新執行一次實機連線驗證。</a:t>
            </a:r>
          </a:p>
          <a:p xmlns:a="http://schemas.openxmlformats.org/drawingml/2006/main">
            <a:r>
              <a:t/>
            </a:r>
          </a:p>
          <a:p xmlns:a="http://schemas.openxmlformats.org/drawingml/2006/main">
            <a:r>
              <a:t>這些結果代表主要流程已有可重跑的檢查；正式展示前，仍會再確認手機、LINE Webhook 與 Google API 的整條路徑。</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隨著系統各個模組陸續到位，我們來總結目前已經具備的成果，以及未來要繼續補齊的拼圖。</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完成了涵蓋二十個主題、具備兩百二十道題目的防竄改測驗系統；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但身為一名開發者，我也非常清楚系統還有許多可以繼續前進的方向。未來我們預計投入的具體工作包括：</a:t>
            </a:r>
          </a:p>
          <a:p xmlns:a="http://schemas.openxmlformats.org/drawingml/2006/main">
            <a:r>
              <a:t>第一，手機實機的端到端完整展示：雖然本機測試全部通過，但在不同廠牌手機螢幕大小與網路延遲下，Quick Reply 的排版與按鈕點擊手感仍需要進一步打磨。</a:t>
            </a:r>
          </a:p>
          <a:p xmlns:a="http://schemas.openxmlformats.org/drawingml/2006/main">
            <a:r>
              <a:t>第二，展示當天的 API 即時驗證：在每一次正式 Demo 前，建立自動化的健康檢查腳本，確保外部模型端點在線。</a:t>
            </a:r>
          </a:p>
          <a:p xmlns:a="http://schemas.openxmlformats.org/drawingml/2006/main">
            <a:r>
              <a:t>第三，真實使用者回饋蒐集：邀請更多對天文感興趣的國高中生進行試用，看看八十段導引教材的閱讀節奏是否舒適、解說是否夠生動。</a:t>
            </a:r>
          </a:p>
          <a:p xmlns:a="http://schemas.openxmlformats.org/drawingml/2006/main">
            <a:r>
              <a:t>第四，正式部署與備份：目前系統運行在本機開發環境並透過 ngrok 對外連線，未來若公開使用，就需要穩定的主機與 SQLite 備份機制。</a:t>
            </a:r>
          </a:p>
          <a:p xmlns:a="http://schemas.openxmlformats.org/drawingml/2006/main">
            <a:r>
              <a:t>第五，隱私權政策與負載測試：正式向公眾開放前，需要補上服務條款與隱私說明，也要測試多人同時使用時系統是否穩定。</a:t>
            </a:r>
          </a:p>
          <a:p xmlns:a="http://schemas.openxmlformats.org/drawingml/2006/main">
            <a:r>
              <a:t/>
            </a:r>
          </a:p>
          <a:p xmlns:a="http://schemas.openxmlformats.org/drawingml/2006/main">
            <a:r>
              <a:t>我們一步一腳印地把基礎打穩，期許這隻機器人能在未來的每一次對話中，真正點燃使用者心中的科學火花。</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第四項，對應第六頁與第八頁（P6、P8）的知識資產與四座寶庫，所有的七十六張知識卡、兩百二十題 TSV 題庫、八十段導引教材與 SQLite 資料庫綱要，均完整開源於 GitHub 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4b0dad2ed94d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36b3fd8fb24c18" /><Relationship Type="http://schemas.openxmlformats.org/officeDocument/2006/relationships/slideLayout" Target="/ppt/slideLayouts/slideLayout1.xml" Id="R3d88550dd30a46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88550dd30a46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d3a4cf1f7342bf" /><Relationship Type="http://schemas.openxmlformats.org/officeDocument/2006/relationships/image" Target="/ppt/media/image.png" Id="Rf738e416bb8d48d2" /><Relationship Type="http://schemas.openxmlformats.org/officeDocument/2006/relationships/notesSlide" Target="/ppt/notesSlides/notesSlide1.xml" Id="Refc26d8018044d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0b16e63af24d0d" /><Relationship Type="http://schemas.openxmlformats.org/officeDocument/2006/relationships/notesSlide" Target="/ppt/notesSlides/notesSlide2.xml" Id="Rd49b0371329c47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ebf5f8609d42ea" /><Relationship Type="http://schemas.openxmlformats.org/officeDocument/2006/relationships/image" Target="/ppt/media/image2.png" Id="R21d0ca56e7114f40" /><Relationship Type="http://schemas.openxmlformats.org/officeDocument/2006/relationships/notesSlide" Target="/ppt/notesSlides/notesSlide3.xml" Id="R27ab11f516a541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84ea1ac1a24bc2" /><Relationship Type="http://schemas.openxmlformats.org/officeDocument/2006/relationships/notesSlide" Target="/ppt/notesSlides/notesSlide4.xml" Id="R28fa7c6d6eca4c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eb50eabb854d05" /><Relationship Type="http://schemas.openxmlformats.org/officeDocument/2006/relationships/notesSlide" Target="/ppt/notesSlides/notesSlide5.xml" Id="R459a204527134b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0d26d7cfd646f1" /><Relationship Type="http://schemas.openxmlformats.org/officeDocument/2006/relationships/chart" Target="/ppt/slides/charts/chart1.xml" Id="Raa905770914b4985" /><Relationship Type="http://schemas.openxmlformats.org/officeDocument/2006/relationships/notesSlide" Target="/ppt/notesSlides/notesSlide6.xml" Id="R0f3354a9612446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cb3195f6aa4f47" /><Relationship Type="http://schemas.openxmlformats.org/officeDocument/2006/relationships/notesSlide" Target="/ppt/notesSlides/notesSlide7.xml" Id="Red31c67eae484a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8c79b414ba4d54" /><Relationship Type="http://schemas.openxmlformats.org/officeDocument/2006/relationships/notesSlide" Target="/ppt/notesSlides/notesSlide8.xml" Id="Rf4ab068fbb714b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e8043f2a724e6e" /><Relationship Type="http://schemas.openxmlformats.org/officeDocument/2006/relationships/notesSlide" Target="/ppt/notesSlides/notesSlide9.xml" Id="Rf67c89ce65784d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d51ff11a3a4293" /><Relationship Type="http://schemas.openxmlformats.org/officeDocument/2006/relationships/notesSlide" Target="/ppt/notesSlides/notesSlide10.xml" Id="Rbb608d173cca44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ea5d7fb8934b75" /><Relationship Type="http://schemas.openxmlformats.org/officeDocument/2006/relationships/notesSlide" Target="/ppt/notesSlides/notesSlide11.xml" Id="Ra15ec396de3f4fe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106</c:v>
                </c:pt>
                <c:pt idx="1">
                  <c:v>37</c:v>
                </c:pt>
                <c:pt idx="2">
                  <c:v>30</c:v>
                </c:pt>
                <c:pt idx="3">
                  <c:v>47</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738e416bb8d48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326908-2E44-47C7-BF93-E7F526C6A74A}"/>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F83F48D6-3CD1-456D-8872-6B3436ED52A5}"/>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AEA93F4B-56D2-49C9-B87B-6109CAF1F187}"/>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0A92B311-9CF2-421D-8988-C4F5C6707E60}"/>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170973924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612B37E-330F-4EC4-9C23-BABCBD114B3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7197B2CE-3128-4D21-941F-DFE45AA2EDE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81FFA0C1-D932-4DA1-92C7-F44F1FAE9BA0}"/>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D2CC96E3-F8CE-4482-B8F8-8023EB5EBBEA}"/>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6C4C5A59-7AF2-4D7B-8750-DDC6F51B8103}"/>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94D783D9-E338-4A85-85EE-1D0909ECAEF0}"/>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3BD753D2-4F86-4F73-AF62-F2B20C810569}"/>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59617522-E4D9-4FCA-968D-9A109E892B19}"/>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5146B708-D6F7-4673-8AFA-F311114CD10D}"/>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1F5A098F-6C23-4964-A66F-0FC21447FB60}"/>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C9A903E7-0889-45F0-8D61-45D5ED4736C2}"/>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78575FF4-7453-4214-B166-A4B9D3E821A0}"/>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11901687-6E4D-4024-9322-DE1AF5482B78}"/>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076A93FE-3B74-4FEB-B9A4-9BD7F620F123}"/>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19205DE4-8DF5-4FD9-B8D7-0316E1950FDE}"/>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FCFBF2BB-3E5D-4804-B20A-9C11EF21D582}"/>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A10F9645-7DA0-475F-A4B6-56752DB3F8C4}"/>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EB61DF5F-BF9D-47C5-8127-FF7012EE3239}"/>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8A34C406-B655-442A-8CDC-9DEA4C67DC5A}"/>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CB9CF4B0-775A-4FC0-B6C4-D51B5BC414A3}"/>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71D11738-BCBF-4CCA-B143-60A9B14F1C86}"/>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315058BC-C43F-417A-8665-2B0CDDB08099}"/>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D06F74A3-CD5F-49A8-9E4D-C26F6A811FC7}"/>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DB75B4C7-5206-4228-869F-3222C4CA9494}"/>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成果、下一步、來源</a:t>
            </a:r>
          </a:p>
        </p:txBody>
      </p:sp>
    </p:spTree>
    <p:extLst>
      <p:ext uri="{BB962C8B-B14F-4D97-AF65-F5344CB8AC3E}">
        <p14:creationId xmlns:p14="http://schemas.microsoft.com/office/powerpoint/2010/main" val="7591239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537FF0-8320-487B-B55A-60FF79D3BA7E}"/>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148D3E92-2927-49FF-968E-AA654FB02C9B}"/>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1d0ca56e7114f40"/>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914D3-9D99-4D7F-A910-3486C7422A7A}"/>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1A83A05E-271B-4F2B-81AC-792B8D3D7770}"/>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22DA96BA-CC7B-437C-82DA-5F68623304CE}"/>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9D2DF8B8-E5A0-4E3E-B197-7DFF0B899C7D}"/>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2C44B0DA-6529-48AF-9F99-81E5552DCE0D}"/>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C9785318-627D-4BDB-9B2D-5CA314EFBF4E}"/>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6E27AC6E-AF90-4193-BE41-65597F2150FB}"/>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86B43504-2BA4-42DE-9295-3A9870CC2AA8}"/>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002D7265-13DA-434E-8E4D-897409434384}"/>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BABBB2C6-32AE-439F-A039-D82D790B1AF2}"/>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909DCAF7-4DFC-4360-8D0F-2AA026DF6FB5}"/>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0DE76496-E39A-4F48-B4A7-DC9E2CBA4476}"/>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4973FE35-9364-4E02-8E8F-FDDE97EA26A7}"/>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0BA5EF17-3924-46EF-9A18-08B954193AD4}"/>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10A6DB4D-A2DB-4E40-99CA-112812D46BBE}"/>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1349531745"/>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B86E29B-3472-40FA-8725-92E70B0E66E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3077B230-6C5A-4A73-9166-265F5E3AE43E}"/>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F12C66C0-A9DF-4799-9C82-FFDB916988D1}"/>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07162D51-6505-49FA-A18C-741FFCCF7BCC}"/>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5F7BCBBD-A2F5-4612-AB8E-ACAB4A3492CF}"/>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7954FD19-9B2D-434D-8B72-4C855FC0DAE3}"/>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1AE6EBE6-710B-4F6B-81F3-BDA0461AC8CC}"/>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78C90409-71B6-4AFD-8826-FD84DE79EC76}"/>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7E351C71-D994-48D7-8F0A-47B0B936341C}"/>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2EFA5836-E2C0-4078-A493-88F62A716349}"/>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C908164D-E283-4F29-AF3F-7012B0CBA7E6}"/>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F0421BCA-0F8D-4480-AD55-CA2DC170B88E}"/>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DFCE5961-A2DC-4F7F-9675-FFC6DDA03639}"/>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E54576A4-C3E0-4EE3-9175-A61578A83348}"/>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5CF16917-BF64-4CA1-B825-4D116C959498}"/>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DDD51FC8-6418-4C68-8823-A3553AA84893}"/>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499FFFB3-0E63-4DA3-8A28-524E7E0B21F2}"/>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C7557288-CF27-4890-B0D8-E4B88703A3C6}"/>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033257682"/>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19A43A9-87FC-4085-9DF6-9529566F9315}"/>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9AFEAFA6-F379-4AC6-AD36-4245AD80E5DE}"/>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158E5A14-B3CA-4A0E-8406-5D972E9B635A}"/>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3746528A-9BE8-40CA-918E-1FD3288CF269}"/>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2C05E440-C4DB-49EB-A70E-C07A86FE375B}"/>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E6D9E036-FFBF-4052-BFD0-3BE6C5B0BF6F}"/>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9260C998-7A6C-4755-BC8B-7492A4ADCC4E}"/>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23AC9463-42B2-4365-AEB2-62073E64E238}"/>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DE09508C-A5CF-4DAE-B1DC-B9F8A333A1AB}"/>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26958936-5187-4FA3-8706-C2B79E0D1F90}"/>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B3F64874-8909-4CF0-91A7-DA09FA69F10F}"/>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5684E24D-AC10-422F-9A40-887DF74749D2}"/>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70244A20-C3F8-4902-8326-40BF0E5209A5}"/>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DEB733C8-EFFF-475E-92ED-3D3FE40A2E1B}"/>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6764253E-DAE9-4156-9DEB-C480ECBE0684}"/>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4874ACD9-79B4-4F34-BE2A-091A69F966D6}"/>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F575784E-F159-42E7-B5D8-3406B9336D5D}"/>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CDA582C5-BA5E-43D8-A43D-92B375A4C528}"/>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1339F54A-8E86-4BD2-98BE-12A661C3C1C4}"/>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614CCFEB-4CCF-4A53-B375-E259E2424B02}"/>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FA2285EF-0F58-489B-B82F-FE8F2178E7DF}"/>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CF07ABE7-3375-4B2B-94EB-2CB05E0EA2B4}"/>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5C54CFFE-58DE-41EE-AF6C-F2B583884E15}"/>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D4C7669F-5D50-499A-82E8-F82353BCE11F}"/>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206169027"/>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52C967-5447-4863-A4C0-BD52D1E7C29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E77DE33B-FA75-48EA-A920-B36BC4DD5710}"/>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565CEAD4-D69B-470F-8CE4-F6501EFD2B6E}"/>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76 張知識卡、220 題、20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aa905770914b4985"/>
          </a:graphicData>
        </a:graphic>
      </p:graphicFrame>
      <p:sp>
        <p:nvSpPr>
          <p:cNvPr id="5" name="">
            <a:extLst xmlns:a="http://schemas.openxmlformats.org/drawingml/2006/main">
              <a:ext uri="{FF2B5EF4-FFF2-40B4-BE49-F238E27FC236}">
                <a16:creationId xmlns:a16="http://schemas.microsoft.com/office/drawing/2014/main" id="{13E3D756-9E07-421E-9502-80CD50CB0423}"/>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4508C5BE-AF49-4807-B993-C75FF839BC58}"/>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35ADD695-A3BD-4B2C-8517-5D253A6B5927}"/>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6844B7D8-49FB-4326-BD8A-9B83F6594B1C}"/>
              </a:ext>
            </a:extLst>
          </p:cNvPr>
          <p:cNvSpPr>
            <a:spLocks xmlns:a="http://schemas.openxmlformats.org/drawingml/2006/main" noGrp="1"/>
          </p:cNvSpPr>
          <p:nvPr/>
        </p:nvSpPr>
        <p:spPr>
          <a:xfrm xmlns:a="http://schemas.openxmlformats.org/drawingml/2006/main">
            <a:off x="8562975" y="341947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B56B3A67-7298-4327-8FC0-85418ACD309A}"/>
              </a:ext>
            </a:extLst>
          </p:cNvPr>
          <p:cNvSpPr>
            <a:spLocks xmlns:a="http://schemas.openxmlformats.org/drawingml/2006/main" noGrp="1"/>
          </p:cNvSpPr>
          <p:nvPr/>
        </p:nvSpPr>
        <p:spPr>
          <a:xfrm xmlns:a="http://schemas.openxmlformats.org/drawingml/2006/main">
            <a:off x="7715250" y="4476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EE0B52B9-7B6A-4866-A54E-D905C6088A61}"/>
              </a:ext>
            </a:extLst>
          </p:cNvPr>
          <p:cNvSpPr>
            <a:spLocks xmlns:a="http://schemas.openxmlformats.org/drawingml/2006/main" noGrp="1"/>
          </p:cNvSpPr>
          <p:nvPr/>
        </p:nvSpPr>
        <p:spPr>
          <a:xfrm xmlns:a="http://schemas.openxmlformats.org/drawingml/2006/main">
            <a:off x="7524750" y="5019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187A3C45-B6EC-4CE5-BB93-A8ECDD1D2D19}"/>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34931949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5D1C6F-788B-40AF-86F2-ED4BEE4EA4BD}"/>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3DE5DEA9-BC76-441F-8CE7-A739AA08E278}"/>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3D158E38-9E32-42F4-BC87-C4C03AB129DC}"/>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0D22DC13-918C-4EAC-901C-13A85D811CBE}"/>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1DE4281F-65E1-4B76-A8F6-242B3A0B9CA6}"/>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FCA30061-C3DE-4A40-B520-27AFED4AE382}"/>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BCC3E0A2-7D4E-4F22-81A2-6E1962812F72}"/>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7DEA99D3-C364-4CDA-8235-3EE84384971B}"/>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B0FC7EE0-A947-4DC7-9714-8DF748527B9B}"/>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F97B047D-5E0D-4374-9B08-94D78009FCFF}"/>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8E68A5E4-8C30-43E3-A001-94C67CD1F284}"/>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A66C8991-042C-442E-9C12-F9C712CF9881}"/>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D29BE57F-4913-460C-A46E-902CC74E27B9}"/>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E28E6187-5CF1-492E-B761-53C4B7CD7EC5}"/>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1958DB8D-BF8E-49B7-8D48-C4C990283C86}"/>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4DB81EA7-3F5C-4E70-A722-22F189BA19A1}"/>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4B8F7750-84DF-4E49-94A2-48ADB6CC9C40}"/>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A9EC32BD-B945-4306-A054-1AC1B49045A1}"/>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009734CD-9D39-43EB-9879-B8530E12ED51}"/>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2FF1FF9F-DD8E-4717-B074-4D49B7425B9F}"/>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AA9EABFF-27F0-47A3-98AF-4C5901A47685}"/>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額度用完後，Demo 改採 Google AI Studio 免費方案</a:t>
            </a:r>
          </a:p>
        </p:txBody>
      </p:sp>
      <p:sp>
        <p:nvSpPr>
          <p:cNvPr id="22" name="">
            <a:extLst xmlns:a="http://schemas.openxmlformats.org/drawingml/2006/main">
              <a:ext uri="{FF2B5EF4-FFF2-40B4-BE49-F238E27FC236}">
                <a16:creationId xmlns:a16="http://schemas.microsoft.com/office/drawing/2014/main" id="{EC6341CB-2EED-4C9E-8FF0-008803B871D2}"/>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1129590711"/>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C8B0DC0-50B7-41C1-93F5-ECE5C96D9C9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32931DFF-D15F-4A78-95FC-EF65A3D9EA9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1CBCE1EB-D63F-4731-8341-563A0AC584E0}"/>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C01FEDBA-4E50-4185-BB38-5FE4969EA83E}"/>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76866CE1-A5F6-4620-8B42-17BB4184F493}"/>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A54E78F2-9F1A-4529-AF77-B46D50BFF680}"/>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BD980B0E-F02C-4219-9337-5FDE93A0451C}"/>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46F3993B-E18A-4548-B53B-E6135AF2F5D0}"/>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E01C2348-294A-4B3F-9F89-BEAA8E228DB9}"/>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CF5A3B10-D789-4614-9446-A99564F2A0FE}"/>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1204C808-4698-4543-9CFC-B15D559E94DE}"/>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DEE2E41E-43EA-4414-ACAF-D1B523AD0C4E}"/>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3483302D-669D-46E6-BD78-955D1B055720}"/>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DBF5CAE5-3D0A-4A41-BEDC-216EC942F27F}"/>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41B924FB-F1CE-4826-8563-4751088B1361}"/>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6514FADE-795A-47FD-9541-007ADB6A08E6}"/>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1305C317-CD7F-4B13-B000-6681A3B87528}"/>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D3E819CE-8748-4222-B1BF-680609F3B53A}"/>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A552BC29-77BC-447E-9C16-47D7E5A6DF8E}"/>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C6285F1B-4C01-467D-8143-947B3EE2D738}"/>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D742FA01-6F74-4A69-B0A3-EFA9A4E86143}"/>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C7D98805-B2E8-45D1-A469-5F7F8E365002}"/>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5CC0DB94-DDC3-4693-9149-8CB5C87ED647}"/>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BA655C9C-B4A0-4D17-AEAD-3496210069E9}"/>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8BA344BB-C99A-49A0-A9D3-79D0666F124B}"/>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4A2E6FE6-B9E9-4128-9D56-4C134A7E15CE}"/>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8EF4CA97-9A88-4EFF-81F4-A8588A0083D5}"/>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1B87AD46-9A01-402F-90CF-72783F0D1FE0}"/>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FEF9633F-017F-431C-BBB1-0D2A3E69134D}"/>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2851F336-3604-46B9-A0A4-22EC18F02A6F}"/>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D9E2F72B-C4AA-49A5-A695-B3E765284E38}"/>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71C1E86E-C0EE-433D-A854-D43C2F932AFC}"/>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CB15E8C9-10DE-4158-A6F3-61B26CB7C400}"/>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34F0A8EC-B27D-49F2-856F-F06257BF8AA7}"/>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F12CF331-8DC5-4ACD-9EA4-B8C6CDF48BFF}"/>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1F53F484-42B9-436F-9B7A-E8D1B766D923}"/>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303219339"/>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A126B03-E71A-4850-8AA7-0AA3E445D3C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17DB0790-6FCF-440A-9AD0-2F5887495DB6}"/>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C1AF47AC-9227-43C6-B440-0CD08B547669}"/>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B7931170-6989-4719-8EB5-DC0B182F4D28}"/>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F9019D71-02AD-441F-9BE8-211A5C3B7139}"/>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3E451A0C-FA86-4F08-8781-B24447FCBA6E}"/>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2CFD3318-6041-4388-9724-9FAE287FE7FF}"/>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08692D3D-1093-4042-9C63-E71D58646D49}"/>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882811E8-2D31-4488-8AFF-53EA691C9AEF}"/>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00827B3D-D668-446B-8C53-D8F5410B6E60}"/>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5CF038FE-314D-43C0-8FE7-3AA1723BCFE5}"/>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99973698-2EFD-4CA3-A20E-D11667EEBA2E}"/>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EA543FAF-2D53-4D84-B800-B59789B8C986}"/>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94798754-61AE-43B8-9956-A1E835F66361}"/>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EE1584D6-5B2A-4588-9A32-422D57451EF8}"/>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1E92C9C7-7F53-45DB-8B0D-404C281F26D1}"/>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131171B9-DBC5-4D77-93BE-F7DA307F00C4}"/>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5B1B36D9-C24C-479D-8A1F-458494947D57}"/>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BAFB5B30-30CC-4F5E-BBBB-6ACF5673447A}"/>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97ED8FF6-892A-4D40-8BF1-07B4A0287B64}"/>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DC08DCEE-DB4C-4770-9310-B8DFBA0146D4}"/>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9C3F1452-B0C0-4F93-AED8-66A9723ECCE0}"/>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2CEADF63-E72C-40A0-9741-97C53F729C8F}"/>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正式展示前仍需重跑手機、Webhook 與 Google API 全流程。</a:t>
            </a:r>
          </a:p>
        </p:txBody>
      </p:sp>
    </p:spTree>
    <p:extLst>
      <p:ext uri="{BB962C8B-B14F-4D97-AF65-F5344CB8AC3E}">
        <p14:creationId xmlns:p14="http://schemas.microsoft.com/office/powerpoint/2010/main" val="937631180"/>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14E7B01-10B8-409A-A746-E919761AD8C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74D77EEB-5D32-4EDD-9955-C4EE4EF7813C}"/>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53561EB0-2C5D-4F5B-8575-265661E61356}"/>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已完成的功能與接下來要做的事</a:t>
            </a:r>
          </a:p>
        </p:txBody>
      </p:sp>
      <p:sp>
        <p:nvSpPr>
          <p:cNvPr id="4" name="">
            <a:extLst xmlns:a="http://schemas.openxmlformats.org/drawingml/2006/main">
              <a:ext uri="{FF2B5EF4-FFF2-40B4-BE49-F238E27FC236}">
                <a16:creationId xmlns:a16="http://schemas.microsoft.com/office/drawing/2014/main" id="{80BAB275-498F-4A44-AB21-86FBAF524F91}"/>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B4F83AE2-277F-4F8D-BAD7-EC14113D2D1B}"/>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14B5BFAE-D43C-4200-B6E2-8DEE63F251F2}"/>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AB60183C-1B0E-429C-BE4A-E226020CB0BE}"/>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現在</a:t>
            </a:r>
          </a:p>
        </p:txBody>
      </p:sp>
      <p:sp>
        <p:nvSpPr>
          <p:cNvPr id="8" name="">
            <a:extLst xmlns:a="http://schemas.openxmlformats.org/drawingml/2006/main">
              <a:ext uri="{FF2B5EF4-FFF2-40B4-BE49-F238E27FC236}">
                <a16:creationId xmlns:a16="http://schemas.microsoft.com/office/drawing/2014/main" id="{CF580EF1-65B1-4E32-903B-7BD3DD491F8A}"/>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問答＋固定試煉</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四路導引</a:t>
            </a:r>
          </a:p>
        </p:txBody>
      </p:sp>
      <p:sp>
        <p:nvSpPr>
          <p:cNvPr id="9" name="">
            <a:extLst xmlns:a="http://schemas.openxmlformats.org/drawingml/2006/main">
              <a:ext uri="{FF2B5EF4-FFF2-40B4-BE49-F238E27FC236}">
                <a16:creationId xmlns:a16="http://schemas.microsoft.com/office/drawing/2014/main" id="{2F8500CD-5250-441E-9EB5-D966C39AADC1}"/>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E3CE4F11-F5C8-4F4C-9565-1DB99EF8B405}"/>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A49B29C7-093B-4290-BD96-61D2DBF4099A}"/>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下一步</a:t>
            </a:r>
          </a:p>
        </p:txBody>
      </p:sp>
      <p:sp>
        <p:nvSpPr>
          <p:cNvPr id="12" name="">
            <a:extLst xmlns:a="http://schemas.openxmlformats.org/drawingml/2006/main">
              <a:ext uri="{FF2B5EF4-FFF2-40B4-BE49-F238E27FC236}">
                <a16:creationId xmlns:a16="http://schemas.microsoft.com/office/drawing/2014/main" id="{F8BCF974-16BA-40D3-84E9-F59712AA84EA}"/>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手機實機流程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Demo 日 API 檢查</a:t>
            </a:r>
          </a:p>
        </p:txBody>
      </p:sp>
      <p:sp>
        <p:nvSpPr>
          <p:cNvPr id="13" name="">
            <a:extLst xmlns:a="http://schemas.openxmlformats.org/drawingml/2006/main">
              <a:ext uri="{FF2B5EF4-FFF2-40B4-BE49-F238E27FC236}">
                <a16:creationId xmlns:a16="http://schemas.microsoft.com/office/drawing/2014/main" id="{1469A7DE-FAE1-49F0-97C8-8389741CA11B}"/>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0971756C-C057-42CC-883B-8483B5BCBC2D}"/>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296E3FF0-0BD4-4A34-9BD3-DA1D77326F3A}"/>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再下一步</a:t>
            </a:r>
          </a:p>
        </p:txBody>
      </p:sp>
      <p:sp>
        <p:nvSpPr>
          <p:cNvPr id="16" name="">
            <a:extLst xmlns:a="http://schemas.openxmlformats.org/drawingml/2006/main">
              <a:ext uri="{FF2B5EF4-FFF2-40B4-BE49-F238E27FC236}">
                <a16:creationId xmlns:a16="http://schemas.microsoft.com/office/drawing/2014/main" id="{D7B82506-3803-4971-97F0-AAA8A4E87CF3}"/>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使用者試用</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調整導引與解說</a:t>
            </a:r>
          </a:p>
        </p:txBody>
      </p:sp>
      <p:sp>
        <p:nvSpPr>
          <p:cNvPr id="17" name="">
            <a:extLst xmlns:a="http://schemas.openxmlformats.org/drawingml/2006/main">
              <a:ext uri="{FF2B5EF4-FFF2-40B4-BE49-F238E27FC236}">
                <a16:creationId xmlns:a16="http://schemas.microsoft.com/office/drawing/2014/main" id="{BE4B227A-6E6E-4CC9-965C-B265AC8C0B32}"/>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9DFFE447-278F-419C-83EA-28EA4D5A3095}"/>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EFEB6EAA-9547-4D26-870D-87658D78CF67}"/>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之後</a:t>
            </a:r>
          </a:p>
        </p:txBody>
      </p:sp>
      <p:sp>
        <p:nvSpPr>
          <p:cNvPr id="20" name="">
            <a:extLst xmlns:a="http://schemas.openxmlformats.org/drawingml/2006/main">
              <a:ext uri="{FF2B5EF4-FFF2-40B4-BE49-F238E27FC236}">
                <a16:creationId xmlns:a16="http://schemas.microsoft.com/office/drawing/2014/main" id="{3483E05D-B987-4F6B-8002-778F650E98CE}"/>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正式部署</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備份、隱私、負載</a:t>
            </a:r>
          </a:p>
        </p:txBody>
      </p:sp>
      <p:sp>
        <p:nvSpPr>
          <p:cNvPr id="21" name="">
            <a:extLst xmlns:a="http://schemas.openxmlformats.org/drawingml/2006/main">
              <a:ext uri="{FF2B5EF4-FFF2-40B4-BE49-F238E27FC236}">
                <a16:creationId xmlns:a16="http://schemas.microsoft.com/office/drawing/2014/main" id="{FC13B049-256D-4433-AC27-747D19A3DB01}"/>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已完成：76 張知識卡、220 題、80 段導引教材、伺服器端學習進度</a:t>
            </a:r>
          </a:p>
        </p:txBody>
      </p:sp>
      <p:sp>
        <p:nvSpPr>
          <p:cNvPr id="22" name="">
            <a:extLst xmlns:a="http://schemas.openxmlformats.org/drawingml/2006/main">
              <a:ext uri="{FF2B5EF4-FFF2-40B4-BE49-F238E27FC236}">
                <a16:creationId xmlns:a16="http://schemas.microsoft.com/office/drawing/2014/main" id="{29996288-42DE-4987-8436-27568E6AF490}"/>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下一步先把真實手機體驗與公開部署準備好。</a:t>
            </a:r>
          </a:p>
        </p:txBody>
      </p:sp>
    </p:spTree>
    <p:extLst>
      <p:ext uri="{BB962C8B-B14F-4D97-AF65-F5344CB8AC3E}">
        <p14:creationId xmlns:p14="http://schemas.microsoft.com/office/powerpoint/2010/main" val="917490982"/>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AE6849F-A8B8-4516-90F3-D2FFD3AB106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134CF408-0F2C-4D6E-BCDD-4EE784B9C75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7DE81060-9AFB-4F50-BEAB-7D3F899D2507}"/>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A7EEAB53-49FC-4357-B9A7-FEF69286318C}"/>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3FD8BA7A-897D-48F6-8A04-6DFB04CE495A}"/>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78E7E11B-1F91-4275-B359-E793D639D2BB}"/>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247749D6-33CD-4FBC-85FB-AF049060D8AA}"/>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6BC6F397-C112-4A22-9CB9-0C39C7FE2A50}"/>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B90DD686-BD53-42EE-9E72-534053312F22}"/>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43ABE951-0A89-4297-8CCB-632764372FB0}"/>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BAA04C78-E77E-43BD-9F42-8AFC28BB60C5}"/>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DE429EF6-2CD9-4220-8893-E790C341D66B}"/>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3DDAD80D-1F2B-42D5-9F7F-9C308E07086D}"/>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790B2A81-BA87-413A-AFC3-88779C8791B9}"/>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C48AD1F1-8795-4CF0-89E8-DC33DFEC1D44}"/>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9A47CB62-B0CE-4D41-A9BB-366BE4670BA0}"/>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46A6E253-9EAE-46EE-BA34-66671B4285AF}"/>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0E246BBA-C601-46F7-82FD-0E3AD8841144}"/>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35E0E675-0EF1-40F9-9F78-C6A272F6D2D1}"/>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496C2123-75FF-4496-B4E1-49BDDC28087B}"/>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B2D173B2-3480-4773-B269-10D6CAF1AA14}"/>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3908A472-B907-47E5-AAEB-62EA9076499C}"/>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FE50E211-AB41-41CA-8624-0272F2716FD6}"/>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7EE2E4A5-B7A6-4186-BFC0-4A713D02B514}"/>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D93CF04D-2ADF-4E9E-8A7B-2C0294E4F789}"/>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3AAB99FC-624A-4C2D-9AA4-6B5BACA039ED}"/>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2C83925C-D3A2-4AEA-8C13-96D1701C7C93}"/>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8254AA87-E43C-4CBC-910A-3F188EC01A6A}"/>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33E76D08-FA06-436E-9193-161FBCCE2BED}"/>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4A26A3CC-DD5D-4735-885B-94989781FF21}"/>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D85CE86A-4450-4674-B2C2-AE40E5C2A825}"/>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6D1D1A6B-789B-4F25-A632-5988391813D7}"/>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24D8C07B-14F0-47C1-8CE2-EB03D40784DB}"/>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7BC8F2A6-D95E-40E5-9414-87B53B0F6C28}"/>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AF16FA7C-CC90-45E0-A4F7-B31844DF26E4}"/>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BAAE7966-2661-46FF-9ABC-C3052D84F661}"/>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73222207-DECC-4FDC-BDFD-2CEB6B0A77E4}"/>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51A1FACD-D05B-4723-A6F0-ECE346C2789C}"/>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76 張知識卡與 220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F4C0C206-E3C2-4C13-98F4-5442918F9698}"/>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8D593F83-64E6-4AFA-BA00-FE8F7A92891F}"/>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8DCE50FF-6A3C-488D-97C5-3FBB67A043B8}"/>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4A6AB2A9-974E-4177-AB54-F7D813E75597}"/>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E38FC1D6-0999-42DF-9703-23FFC912938E}"/>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EB0D3245-F716-41EF-8AA6-35093A6EE099}"/>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B29BD257-068D-4478-9F87-86D00FAA589E}"/>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D0190EB8-774C-40F5-B5DA-D32AE9DD6C5B}"/>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341614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2026-09-13T16:31:49.6500000Z</dcterms:created>
  <dcterms:modified xsi:type="dcterms:W3CDTF">2026-09-13T16:31:49.6500000Z</dcterms:modified>
</coreProperties>
</file>