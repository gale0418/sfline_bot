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005019fd7944c9" /><Relationship Type="http://schemas.openxmlformats.org/officeDocument/2006/relationships/extended-properties" Target="/docProps/app.xml" Id="R3f1b9addca724fc9" /><Relationship Type="http://schemas.openxmlformats.org/officeDocument/2006/relationships/officeDocument" Target="/ppt/presentation.xml" Id="R40f3c62649fb4b62" /></Relationships>
</file>

<file path=ppt/presentation.xml><?xml version="1.0" encoding="utf-8"?>
<p:presentation xmlns:p="http://schemas.openxmlformats.org/presentationml/2006/main">
  <p:sldMasterIdLst>
    <p:sldMasterId xmlns:r="http://schemas.openxmlformats.org/officeDocument/2006/relationships" id="2147483648" r:id="R38d4c1b55a1c401f"/>
  </p:sldMasterIdLst>
  <p:notesMasterIdLst>
    <p:notesMasterId xmlns:r="http://schemas.openxmlformats.org/officeDocument/2006/relationships" r:id="Rf1d54a44d4fb4970"/>
  </p:notesMasterIdLst>
  <p:sldIdLst>
    <p:sldId xmlns:r="http://schemas.openxmlformats.org/officeDocument/2006/relationships" id="256" r:id="R7bc237296efc415b"/>
    <p:sldId xmlns:r="http://schemas.openxmlformats.org/officeDocument/2006/relationships" id="257" r:id="R7cb710dea49a4261"/>
    <p:sldId xmlns:r="http://schemas.openxmlformats.org/officeDocument/2006/relationships" id="258" r:id="Rc30d481629a242c7"/>
    <p:sldId xmlns:r="http://schemas.openxmlformats.org/officeDocument/2006/relationships" id="259" r:id="Rff8dd5da9c514ead"/>
    <p:sldId xmlns:r="http://schemas.openxmlformats.org/officeDocument/2006/relationships" id="260" r:id="Ra39d2ce5cd574b8c"/>
    <p:sldId xmlns:r="http://schemas.openxmlformats.org/officeDocument/2006/relationships" id="261" r:id="Rce960b2f92714a52"/>
    <p:sldId xmlns:r="http://schemas.openxmlformats.org/officeDocument/2006/relationships" id="262" r:id="R5d3b5d2cdd194355"/>
    <p:sldId xmlns:r="http://schemas.openxmlformats.org/officeDocument/2006/relationships" id="263" r:id="Ra746e35cdf854d4a"/>
    <p:sldId xmlns:r="http://schemas.openxmlformats.org/officeDocument/2006/relationships" id="264" r:id="R1c3bd00d6a514e1d"/>
    <p:sldId xmlns:r="http://schemas.openxmlformats.org/officeDocument/2006/relationships" id="265" r:id="Rb01a95a293bb4477"/>
    <p:sldId xmlns:r="http://schemas.openxmlformats.org/officeDocument/2006/relationships" id="266" r:id="R572ef55ab9f643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1f5a8f548445db" /><Relationship Type="http://schemas.openxmlformats.org/officeDocument/2006/relationships/slideMaster" Target="/ppt/slideMasters/slideMaster1.xml" Id="R38d4c1b55a1c401f" /><Relationship Type="http://schemas.openxmlformats.org/officeDocument/2006/relationships/notesMaster" Target="/ppt/notesMasters/notesMaster1.xml" Id="Rf1d54a44d4fb4970" /><Relationship Type="http://schemas.openxmlformats.org/officeDocument/2006/relationships/presProps" Target="/ppt/presProps.xml" Id="R84e76dea9e7549a9" /><Relationship Type="http://schemas.openxmlformats.org/officeDocument/2006/relationships/tableStyles" Target="/ppt/tableStyles.xml" Id="R37297f79911247e2" /><Relationship Type="http://schemas.openxmlformats.org/officeDocument/2006/relationships/slide" Target="/ppt/slides/slide1.xml" Id="R7bc237296efc415b" /><Relationship Type="http://schemas.openxmlformats.org/officeDocument/2006/relationships/slide" Target="/ppt/slides/slide2.xml" Id="R7cb710dea49a4261" /><Relationship Type="http://schemas.openxmlformats.org/officeDocument/2006/relationships/slide" Target="/ppt/slides/slide3.xml" Id="Rc30d481629a242c7" /><Relationship Type="http://schemas.openxmlformats.org/officeDocument/2006/relationships/slide" Target="/ppt/slides/slide4.xml" Id="Rff8dd5da9c514ead" /><Relationship Type="http://schemas.openxmlformats.org/officeDocument/2006/relationships/slide" Target="/ppt/slides/slide5.xml" Id="Ra39d2ce5cd574b8c" /><Relationship Type="http://schemas.openxmlformats.org/officeDocument/2006/relationships/slide" Target="/ppt/slides/slide6.xml" Id="Rce960b2f92714a52" /><Relationship Type="http://schemas.openxmlformats.org/officeDocument/2006/relationships/slide" Target="/ppt/slides/slide7.xml" Id="R5d3b5d2cdd194355" /><Relationship Type="http://schemas.openxmlformats.org/officeDocument/2006/relationships/slide" Target="/ppt/slides/slide8.xml" Id="Ra746e35cdf854d4a" /><Relationship Type="http://schemas.openxmlformats.org/officeDocument/2006/relationships/slide" Target="/ppt/slides/slide9.xml" Id="R1c3bd00d6a514e1d" /><Relationship Type="http://schemas.openxmlformats.org/officeDocument/2006/relationships/slide" Target="/ppt/slides/slide10.xml" Id="Rb01a95a293bb4477" /><Relationship Type="http://schemas.openxmlformats.org/officeDocument/2006/relationships/slide" Target="/ppt/slides/slide11.xml" Id="R572ef55ab9f643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d67698292541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5972d41b86417e" /><Relationship Type="http://schemas.openxmlformats.org/officeDocument/2006/relationships/notesMaster" Target="/ppt/notesMasters/notesMaster1.xml" Id="R3f7b9d86d22949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2d0e87b60c45a1" /><Relationship Type="http://schemas.openxmlformats.org/officeDocument/2006/relationships/notesMaster" Target="/ppt/notesMasters/notesMaster1.xml" Id="Rc0e14772da7f46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5214edacf740b0" /><Relationship Type="http://schemas.openxmlformats.org/officeDocument/2006/relationships/notesMaster" Target="/ppt/notesMasters/notesMaster1.xml" Id="R80cfd45f52754d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e5439d045944c4" /><Relationship Type="http://schemas.openxmlformats.org/officeDocument/2006/relationships/notesMaster" Target="/ppt/notesMasters/notesMaster1.xml" Id="Rf6222cdb929447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012d3e26cc4933" /><Relationship Type="http://schemas.openxmlformats.org/officeDocument/2006/relationships/notesMaster" Target="/ppt/notesMasters/notesMaster1.xml" Id="Rf44c967413354b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36831a2864d8c" /><Relationship Type="http://schemas.openxmlformats.org/officeDocument/2006/relationships/notesMaster" Target="/ppt/notesMasters/notesMaster1.xml" Id="R3346effbb0bf4f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359dbcbc34872" /><Relationship Type="http://schemas.openxmlformats.org/officeDocument/2006/relationships/notesMaster" Target="/ppt/notesMasters/notesMaster1.xml" Id="R62b188047b2f4a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74d5a7645f4d0d" /><Relationship Type="http://schemas.openxmlformats.org/officeDocument/2006/relationships/notesMaster" Target="/ppt/notesMasters/notesMaster1.xml" Id="R4adcd3e7ab1540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42637ce11946d1" /><Relationship Type="http://schemas.openxmlformats.org/officeDocument/2006/relationships/notesMaster" Target="/ppt/notesMasters/notesMaster1.xml" Id="R53250a3138434f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eb893596e74cc8" /><Relationship Type="http://schemas.openxmlformats.org/officeDocument/2006/relationships/notesMaster" Target="/ppt/notesMasters/notesMaster1.xml" Id="R7d28dce5bdf645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98acdea9af4b2f" /><Relationship Type="http://schemas.openxmlformats.org/officeDocument/2006/relationships/notesMaster" Target="/ppt/notesMasters/notesMaster1.xml" Id="R6e7bb161cdd34b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一千兩百三十六張結構化知識卡、涵蓋二十四個科學主題的三百題固定測驗題庫，並重組出八十段適合在手機上閱讀的導引式學習教材。今天的報告我會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裡，內建三百道固定答案的科學測驗，以及八十段循序漸進的微課程。平時隨時想聊就聊，想闖關時有引路守門人出題，答錯時還有詳細的科學解說。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API。即使模型額度用完或模型服務暫時故障，三百道題目仍由伺服器上的固定資料處理；專案也沒有即時網路搜尋、RAG、向量資料庫或自行訓練模型。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第一，是一千兩百三十六張人工整理的結構化知識卡。內容從天文與科幻物理出發，延伸到行星環境、小天體、異星生命、台灣觀星、未來科技與電影科學，並載明科學分類與查證來源。</a:t>
            </a:r>
          </a:p>
          <a:p xmlns:a="http://schemas.openxmlformats.org/drawingml/2006/main">
            <a:r>
              <a:t>第二，是三百道固定正解的測驗題庫。這三百題涵蓋二十四個科學主題，從太陽系行星、恆星演化與相對論，延伸到行星防禦、電影科學、地球生命、量子概念與太空工程。程式會調整A、B、C、D的正解位置分布，避免使用者只靠猜選項規律破關。</a:t>
            </a:r>
          </a:p>
          <a:p xmlns:a="http://schemas.openxmlformats.org/drawingml/2006/main">
            <a:r>
              <a:t>第三，是八十段重組教材。導引路線挑選適合循序學習的內容重新編排；其餘新增知識仍能透過自由問答與星之試煉使用，因此知識卡、題庫與導引教材的數量不需要相同。</a:t>
            </a:r>
          </a:p>
          <a:p xmlns:a="http://schemas.openxmlformats.org/drawingml/2006/main">
            <a:r>
              <a:t/>
            </a:r>
          </a:p>
          <a:p xmlns:a="http://schemas.openxmlformats.org/drawingml/2006/main">
            <a:r>
              <a:t>開發過程曾把一千零一張當成「一千零一夜宇宙知識庫」的里程碑；後續補足台灣觀星、異星植物與科幻工程缺口後，目前實際載入數量是一千兩百三十六張。報告使用真實資料數，不為了保留數字彩蛋刪除已查證內容。</a:t>
            </a:r>
          </a:p>
          <a:p xmlns:a="http://schemas.openxmlformats.org/drawingml/2006/main">
            <a:r>
              <a:t/>
            </a:r>
          </a:p>
          <a:p xmlns:a="http://schemas.openxmlformats.org/drawingml/2006/main">
            <a:r>
              <a:t>投影片上的原生圖表顯示四座寶庫的題數。星海之庫因為加入八大行星深度介紹、小天體與星際航行，目前有一百六十一題；未來幻夢之庫加入更多電影科學後有七十二題，另外兩庫維持原有內容。</a:t>
            </a:r>
          </a:p>
          <a:p xmlns:a="http://schemas.openxmlformats.org/drawingml/2006/main">
            <a:r>
              <a:t>固定題庫測驗與導引學習段落不依賴外部 AI API。即使模型額度用完或第三方服務暫時連線不順，三百題測驗與八十段教材仍能由機器人伺服器處理，答案也不會因模型生成而漂移。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a:t>
            </a:r>
          </a:p>
          <a:p xmlns:a="http://schemas.openxmlformats.org/drawingml/2006/main">
            <a:r>
              <a:t>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如果使用者的問題經過關鍵字與詞彙比對後，高信心命中本機的一千兩百三十六張知識卡，系統會直接提取卡片內容回覆。這條路徑不呼叫外部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在題庫結構上，我們逐一驗證了三百道題目的資料格式、選項均勻度與標準答案映射。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專案資料沒有記載正式展示日期，所以這裡不會自行填入某一天，也不會宣稱已安排展示當日的檢查。能確定的是：主要程式流程有自動化測試，另有四次帶日期的模型連線紀錄。</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完成了涵蓋二十四個主題、具備三百道題目的防竄改測驗系統；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第三，目前專案資料沒有正式列出後續開發排程，因此手機實機展示、健康檢查腳本、學生試用、公開部署、備份、隱私政策與負載測試，都不能講成我們已經承諾要做的工作。</a:t>
            </a:r>
          </a:p>
          <a:p xmlns:a="http://schemas.openxmlformats.org/drawingml/2006/main">
            <a:r>
              <a:t/>
            </a:r>
          </a:p>
          <a:p xmlns:a="http://schemas.openxmlformats.org/drawingml/2006/main">
            <a:r>
              <a:t>所以這一頁的「未來工作」只有一個誠實答案：目前尚未排定。若之後真的繼續開發，應該依照實際需求再決定，而不是先把所有可能性包裝成既定計畫。</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第四項，對應第六頁與第八頁（P6、P8）的知識資產與四座寶庫，所有的一千兩百三十六張知識卡、三百題TSV題庫、八十段導引教材與SQLite資料庫綱要，均完整放在GitHub專案儲存庫中。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b9ab0c79874a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54d971684d4c93" /><Relationship Type="http://schemas.openxmlformats.org/officeDocument/2006/relationships/slideLayout" Target="/ppt/slideLayouts/slideLayout1.xml" Id="R10c17dfef69b46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c17dfef69b46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feb12aee854763" /><Relationship Type="http://schemas.openxmlformats.org/officeDocument/2006/relationships/image" Target="/ppt/media/image.png" Id="Ra979f398372446ff" /><Relationship Type="http://schemas.openxmlformats.org/officeDocument/2006/relationships/notesSlide" Target="/ppt/notesSlides/notesSlide1.xml" Id="R08b695ab502e49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db2c3deaa141e0" /><Relationship Type="http://schemas.openxmlformats.org/officeDocument/2006/relationships/notesSlide" Target="/ppt/notesSlides/notesSlide2.xml" Id="Rcd0225078abe4f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cd4b4b779840ce" /><Relationship Type="http://schemas.openxmlformats.org/officeDocument/2006/relationships/image" Target="/ppt/media/image2.png" Id="Rd3612c3674a041e5" /><Relationship Type="http://schemas.openxmlformats.org/officeDocument/2006/relationships/notesSlide" Target="/ppt/notesSlides/notesSlide3.xml" Id="R1bef5f9587524d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9df121e00b437e" /><Relationship Type="http://schemas.openxmlformats.org/officeDocument/2006/relationships/notesSlide" Target="/ppt/notesSlides/notesSlide4.xml" Id="Re72cfa9cbdba44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1dd9356505444b" /><Relationship Type="http://schemas.openxmlformats.org/officeDocument/2006/relationships/notesSlide" Target="/ppt/notesSlides/notesSlide5.xml" Id="Rb43116f83cbf4d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8362e95e774992" /><Relationship Type="http://schemas.openxmlformats.org/officeDocument/2006/relationships/chart" Target="/ppt/slides/charts/chart1.xml" Id="Rea586accd5dc4b41" /><Relationship Type="http://schemas.openxmlformats.org/officeDocument/2006/relationships/notesSlide" Target="/ppt/notesSlides/notesSlide6.xml" Id="R45e9034d017646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e486796f52497c" /><Relationship Type="http://schemas.openxmlformats.org/officeDocument/2006/relationships/notesSlide" Target="/ppt/notesSlides/notesSlide7.xml" Id="R7f657c8a08fd43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a8028fc6074f0a" /><Relationship Type="http://schemas.openxmlformats.org/officeDocument/2006/relationships/notesSlide" Target="/ppt/notesSlides/notesSlide8.xml" Id="R9a93bf019f174a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85c024e1c14fa2" /><Relationship Type="http://schemas.openxmlformats.org/officeDocument/2006/relationships/notesSlide" Target="/ppt/notesSlides/notesSlide9.xml" Id="R884a60f0e65043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e0d1a8580f4a71" /><Relationship Type="http://schemas.openxmlformats.org/officeDocument/2006/relationships/notesSlide" Target="/ppt/notesSlides/notesSlide10.xml" Id="R3a195f36494547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fae5287a1145c5" /><Relationship Type="http://schemas.openxmlformats.org/officeDocument/2006/relationships/notesSlide" Target="/ppt/notesSlides/notesSlide11.xml" Id="Rcaa218c1e7d441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161</c:v>
                </c:pt>
                <c:pt idx="1">
                  <c:v>37</c:v>
                </c:pt>
                <c:pt idx="2">
                  <c:v>30</c:v>
                </c:pt>
                <c:pt idx="3">
                  <c:v>72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79f398372446f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F94410-A441-48D4-86D4-5DF8CAC9F5FC}"/>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4F6C93B4-5497-4170-8942-69B614F0763D}"/>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743621DD-B6E9-4FE0-9642-F4AD28B70041}"/>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A57F92AC-0B05-4421-8844-B4858EADA3B8}"/>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519404692"/>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9AAC81-2456-4D14-94A0-66E844025311}"/>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6F7B9820-D1EB-4AF7-9586-29A92335FDC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F00BCDEC-7470-44B1-A679-18BDC5A81C5E}"/>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B3497CD8-FF9A-4947-8AA8-D3EFB7933B96}"/>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302BFF14-2861-4F37-AB53-15A16BD2E6BB}"/>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6CDCAA67-4801-497D-A97D-7F934CFD22F1}"/>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C092EF13-45A8-4EBC-B6EF-91672B33AE5F}"/>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FD1F5219-C751-43C6-ACA7-9BF488709869}"/>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EE3639FA-5C7F-45D5-A104-9E94D333AA53}"/>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DEB7BA4D-7AA4-4F57-B775-CB89B8969FAD}"/>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DD91241E-3EEA-45C8-8B22-EF5AD83DE96D}"/>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6133E837-CC5C-4862-886B-30B8FD5326D4}"/>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BC9D8DE1-AA94-418B-A7FA-A373AAD976FF}"/>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3A641D15-7412-41E3-9025-716CF5D0818F}"/>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09BD2CF6-84DB-4E0E-A829-540A039F7F16}"/>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218776A7-80F7-4FCF-97F2-1CF464356A43}"/>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E9EA2424-A10E-410E-BDD9-4ED63B1701E1}"/>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6C949486-616C-44E5-B223-0F25AD985A46}"/>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F55DF8A4-A2C7-4F3A-A713-3FC2EE57A240}"/>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20F043BA-0FA5-4FC0-976D-B5F6905042A9}"/>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5391DCA9-00CE-4DC9-9C7E-EEADB1FCD638}"/>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EFFAA079-C1C7-4F1C-95D4-69A30D8BA13F}"/>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7EE0B609-54EC-4297-B87F-516849761A6C}"/>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B9A04F50-B57E-4891-BF81-25C1104437E6}"/>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562086219"/>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F04101-902C-400B-B70B-691E6ED5FE8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189D159D-AD89-4E21-8FAA-07E287320942}"/>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3612c3674a041e5"/>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C540EB-1175-4869-B964-F6F90E093133}"/>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AE0393E4-B0EA-4783-BFC5-B5B7D5C4252E}"/>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1697BDD4-518B-45EF-A2C0-6AD731695C38}"/>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91F9B231-4D89-4638-A3D7-E5CC7942C19F}"/>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FEC76702-8AED-4128-8EF6-83E577CA2A39}"/>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B7D1A195-F0C1-4181-849D-565ACEDCD1B9}"/>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1DF342F3-3BDC-4E06-8ABB-8009173CFE68}"/>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E8FA4975-D539-437F-B672-464E2C66CC50}"/>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E3270AAF-05BF-4BC7-B71A-D60037DF6E67}"/>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59F15D44-85FD-4358-8C5D-DB93F1816A4A}"/>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CF179761-2C7A-454F-A742-B5B9756DC80B}"/>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507146B3-6028-4096-BF4D-D9F7DF54B94A}"/>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A5504741-1625-4F50-8B3A-4FC53B76D7AE}"/>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6A546F97-BAA9-4434-8B2D-703251F23820}"/>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AA1E43AE-83A4-43BF-A808-1F23F33CF299}"/>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19948924"/>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211041-9646-47FD-8735-E2563464E64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98492784-B5BA-4BC3-9E03-71A4688A528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75DBFFA0-0160-4374-94C4-11E828730F58}"/>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3FD0629D-37B6-4BC7-8DC5-4077DF4158BD}"/>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C7D54539-8363-4BD7-88F6-91F21F3254E5}"/>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45705D53-8208-4E53-9D39-3DDD4D974C23}"/>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701B67C5-93B4-4A48-8034-4D511FAC80C3}"/>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0B807A54-5B3B-4D12-9F80-48881C697309}"/>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E8F5FBFF-E6B4-4469-8FB0-EF357156161D}"/>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A6988A40-48E6-4140-8296-13ACA1724166}"/>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4CD6645A-A9CE-4D97-B8F7-8A8A4204ACE9}"/>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9BBEF4F5-B83E-4069-964B-55474E0B0325}"/>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F3178CAD-0EF5-4644-BF9E-B945771EA122}"/>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B09F5FB2-1B4C-41A3-B745-7EA17F5BD7C3}"/>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5A8AA9AF-2976-4146-A5E5-839AB6E9A842}"/>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664B2701-5CD5-4C70-B88C-431BF91A0C58}"/>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DE399209-AB75-4CDC-B220-FD6DDCEB3BF2}"/>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B8849CA7-AE38-4DE8-817F-5471D8C0184C}"/>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450440940"/>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9F7BC23-C325-4CC5-AD66-06F809468AA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0931AA6A-B07D-4D6D-9B46-151B62D1E43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E1A521E7-6BBE-4F0C-95F5-65063DA50971}"/>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E0212CF5-CCF7-44D2-A2A2-4508608F2028}"/>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3F6A48A9-FF9C-40DF-9D4C-6269D2AAE366}"/>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F7CFA28A-8C14-433B-8EB8-5D72A2B406EC}"/>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671A0681-83DD-42BE-8B1A-8E1CC9C636AB}"/>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F1344BB1-3849-4163-8FE4-2A4D42D390B8}"/>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EAD98898-999C-45F0-9329-32BC6597EF34}"/>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5888A0AB-9705-4265-926D-D6E508D03C3A}"/>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5ECFFAB8-A7BD-448C-B568-A184DA4D6F70}"/>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3F0DEC4F-30FF-44A0-B972-96F1A958A093}"/>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92B0D582-5F4D-43BB-9322-2CDCBC91591A}"/>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A0C968E7-3976-4010-9D57-9D5DCDC9BE1F}"/>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CD12EE5E-1887-456E-A8A6-DFB73B7D4B0F}"/>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B0AC4BA0-64BE-4DC6-B29D-A5B36F9867A4}"/>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3EA16A78-869F-4DEA-B343-130F85458A9B}"/>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9654114D-46C1-42EB-8124-60DBB86C3CAA}"/>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496E7B08-8EC4-423F-995C-C71DF2DB4FCE}"/>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B8666DA2-FCAE-4836-B270-8F4AFA9F305A}"/>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2E26C41B-F074-409C-84B7-0CE1A38CB1DC}"/>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4154767F-CF04-407E-8B01-EAE486CB15DD}"/>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E2258B0F-C60E-4EAB-B0F8-00A86F82706B}"/>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0E5169AC-D14B-4E4F-9B12-EA718AC5E97B}"/>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729181176"/>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6C5B41-218A-4E46-AB6E-12A09C57059D}"/>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06615302-C9B3-41FB-8E25-4D3409D6CF2E}"/>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1E71B8E7-A0F2-4DFA-B7C2-0B344FB18E5E}"/>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1,236 張知識卡、300 題、24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ea586accd5dc4b41"/>
          </a:graphicData>
        </a:graphic>
      </p:graphicFrame>
      <p:sp>
        <p:nvSpPr>
          <p:cNvPr id="5" name="">
            <a:extLst xmlns:a="http://schemas.openxmlformats.org/drawingml/2006/main">
              <a:ext uri="{FF2B5EF4-FFF2-40B4-BE49-F238E27FC236}">
                <a16:creationId xmlns:a16="http://schemas.microsoft.com/office/drawing/2014/main" id="{FAB9A7BF-9B1C-4CB7-A7BF-59F5B6FEF4E8}"/>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EF80AED8-1427-45FA-9468-5EC9D349C634}"/>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0D8E7365-F056-4546-ABA1-41E31D2B74FC}"/>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52107A84-8204-4837-A57F-23F6A0D3E691}"/>
              </a:ext>
            </a:extLst>
          </p:cNvPr>
          <p:cNvSpPr>
            <a:spLocks xmlns:a="http://schemas.openxmlformats.org/drawingml/2006/main" noGrp="1"/>
          </p:cNvSpPr>
          <p:nvPr/>
        </p:nvSpPr>
        <p:spPr>
          <a:xfrm xmlns:a="http://schemas.openxmlformats.org/drawingml/2006/main">
            <a:off x="8420100" y="34194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7CD0CC78-EF21-4FA0-9B69-6BCA816C7D0C}"/>
              </a:ext>
            </a:extLst>
          </p:cNvPr>
          <p:cNvSpPr>
            <a:spLocks xmlns:a="http://schemas.openxmlformats.org/drawingml/2006/main" noGrp="1"/>
          </p:cNvSpPr>
          <p:nvPr/>
        </p:nvSpPr>
        <p:spPr>
          <a:xfrm xmlns:a="http://schemas.openxmlformats.org/drawingml/2006/main">
            <a:off x="7715250" y="45434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3B02DD84-CB79-4F83-A075-BC2B27C2EE05}"/>
              </a:ext>
            </a:extLst>
          </p:cNvPr>
          <p:cNvSpPr>
            <a:spLocks xmlns:a="http://schemas.openxmlformats.org/drawingml/2006/main" noGrp="1"/>
          </p:cNvSpPr>
          <p:nvPr/>
        </p:nvSpPr>
        <p:spPr>
          <a:xfrm xmlns:a="http://schemas.openxmlformats.org/drawingml/2006/main">
            <a:off x="7524750" y="50958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10936EA4-B72C-445A-8C01-A2C98F9FBE56}"/>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48186745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25126BC-43B7-411D-884B-36144987217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A8FBDCE5-67E2-4EF3-BABC-B9CDC7E5393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44ED870C-F2D5-4AFD-8E22-4270DA55941B}"/>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323B8940-0C65-4097-B3A2-F3DB5A15A8B9}"/>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126C756E-A383-43C7-B968-98C8771921AB}"/>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1C4C11F4-FA02-4433-8269-B2EC772EACFD}"/>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D5C8B7E7-C9FE-45AA-9C60-BAD2A6C9744D}"/>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437829C2-0F0C-4373-A108-3D119E52DB89}"/>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4C74E7BB-F0E1-43FC-A033-DDB91413C4DB}"/>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6059C40B-447F-4F92-B956-0514962C40CF}"/>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AC30A122-D060-4BA2-A182-B0C08A7ABDAC}"/>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44A39A20-2B52-4930-8E8D-08B4BAFFC456}"/>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2E57B97B-870D-4E27-B8BF-C23ABC8D1808}"/>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E97C9C54-9427-45DC-AEF5-D086347CEECF}"/>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46D0328D-5FA7-4091-B792-E759E9C83E81}"/>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CDA52662-E3FB-4A71-A20E-0EEC3883A7B7}"/>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63F2DEB3-0607-4B8D-B4ED-BCBA94F4EAF3}"/>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5B876CBC-CF2C-4F01-9D0A-11833A0DCDF4}"/>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DD5D025A-B4EC-48C8-A750-E0D88861C0A7}"/>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74B8B13C-CD36-4E12-A868-B2C19C47EF32}"/>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A21F1EA4-2537-44E7-844D-BC9B34C6B87E}"/>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FCFDC936-A6DB-4CEF-96AD-05FBB2015B8F}"/>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470818903"/>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1FFD742-1FCE-447D-8608-28496A24DC62}"/>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ADDAFF57-4F30-4716-A321-D7FA95462B34}"/>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8081454F-37C1-4B74-BE1C-7040D3592F13}"/>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8AE20A77-9487-4910-B671-2FA22BFC1FBC}"/>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5E249248-979A-4425-9843-34C652F95214}"/>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09564B53-1E8E-4AAF-BABC-9990A4E6ABE4}"/>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25FE0C04-4753-49F9-A105-41908133DEDF}"/>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12E9CEC9-1DB5-4F75-861F-C598F756636D}"/>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C738E842-04AC-4DD5-BBF0-ED8F33A11082}"/>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D73F7367-61ED-45EC-8A46-93757508AF89}"/>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8BD61C39-AF33-407C-8EFA-381F3176EE66}"/>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3B265FDA-E38B-41D3-AEDB-6C2511A5BDF9}"/>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95748AC3-ACB7-48A3-A734-3729D47E2212}"/>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B7E73155-DC10-4909-B3D4-695E3E88CE83}"/>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45200E76-6892-437F-9DC9-EB9249123871}"/>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60AF1C00-C385-4425-A690-DCEDD4494F65}"/>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CFDFC291-48D4-409F-AF6E-8E1375DC4D75}"/>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DDD706AB-B048-4EB5-B06E-5C3EEBF087B4}"/>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0082F550-E9D8-4B83-AFEA-3FF06A46ED58}"/>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9BAEC3CC-0DE7-4766-9D1E-DB682BF8DA1C}"/>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95CFAB85-D2B0-458C-B18F-3264A3A15786}"/>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8D3F3261-1A9E-4141-97A0-BF017B50273B}"/>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A8A55661-84A1-47A1-A27F-1DB7C433B5AE}"/>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4C708455-A6A8-4BF0-B92F-1775CFBB17B8}"/>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612346D0-685A-4C08-9AAE-4A9209B136CF}"/>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C71A3CBF-A619-4448-92CD-5FBCC957D2E5}"/>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9751F741-AED3-45DF-B2D7-58A731EA1956}"/>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3460A7A2-F68C-4768-95CD-ADE2E6BA8629}"/>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3C58B5AA-1C9D-4073-A71E-5C3E760B8BBD}"/>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21571697-327D-4AF7-B3CE-522128010935}"/>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913851E7-B1B9-4694-B0FA-BF22D84AB9A6}"/>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CCD9BB1D-B421-4AF0-ADEB-693D8B534273}"/>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30A03416-69C1-4E9A-B6FE-EBE2BD0F2330}"/>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5D46CC38-F730-4E23-B185-D01AA3E85FFB}"/>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FE703E96-3BF4-47CF-A980-A5195349030A}"/>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8CFC9839-1A56-4FF6-87D2-32BEBFB49EC6}"/>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211784473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63091AA-C982-46CB-B71F-8C5E8270FC7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FF3B170B-151C-4187-BE9D-59474C63534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821F646D-F615-4F11-9DEC-B343CCC4FB3E}"/>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377C4438-B8B6-449B-9602-BD2DFF53F124}"/>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B456F80D-0CB8-44B0-9BAC-4721FAFA6D53}"/>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A3C5E2AD-C6DA-421F-9D11-CCB6FF316BF5}"/>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6C745056-FF3F-41B0-85E2-B57879F05E13}"/>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73A79B62-DD58-427A-8881-B320FD7F02D4}"/>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DCEFF80A-3C87-4BA5-B789-B16DAB7DA951}"/>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A7F08536-44DB-45E7-B6DC-B706F4606497}"/>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E0A41661-D425-4135-87C2-E4755EC7E3E2}"/>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1427ED35-8E0F-42FE-8DCD-9F65F9BFC3E3}"/>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584B3B8D-ED06-42D5-B192-D179721B52D9}"/>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99717652-8104-49CA-B132-84CE67EB187A}"/>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4CB5C7CF-AD49-4D5A-A606-C4F87C3272AF}"/>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78C088DD-7C5B-40B5-B622-5004F2FD2ADE}"/>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2621B705-8200-42DF-8FA7-DC587E4F64D8}"/>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FE75C9C2-E9A6-45FA-B783-B26D98A37A46}"/>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CF73D848-5C71-4FB8-8E5F-684AA3324A32}"/>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69C8B968-4826-47D8-A722-57979823F48B}"/>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47D5D9DC-01D0-40A1-8626-B287342B3FE0}"/>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EA484E24-575C-4962-9635-6FBDFF8E653D}"/>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AC6F447E-02B8-477F-B3A7-5A7073BF2871}"/>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4 次成功只代表 2026-09-08 當天的連線紀錄。</a:t>
            </a:r>
          </a:p>
        </p:txBody>
      </p:sp>
    </p:spTree>
    <p:extLst>
      <p:ext uri="{BB962C8B-B14F-4D97-AF65-F5344CB8AC3E}">
        <p14:creationId xmlns:p14="http://schemas.microsoft.com/office/powerpoint/2010/main" val="518733561"/>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3EB15B-B5BF-439B-AB81-E273B5C4A43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2B256B99-05AE-4EA9-B9D3-DA2A6F26847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4F35DC68-3F7E-40F7-B01C-1253AF45EB6F}"/>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已完成成果、已知限制、尚未排定的下一步</a:t>
            </a:r>
          </a:p>
        </p:txBody>
      </p:sp>
      <p:sp>
        <p:nvSpPr>
          <p:cNvPr id="4" name="">
            <a:extLst xmlns:a="http://schemas.openxmlformats.org/drawingml/2006/main">
              <a:ext uri="{FF2B5EF4-FFF2-40B4-BE49-F238E27FC236}">
                <a16:creationId xmlns:a16="http://schemas.microsoft.com/office/drawing/2014/main" id="{A34B5B75-22EB-485E-BBA7-B4380DCCA6AB}"/>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96E246CD-E6DF-496D-8AED-F993534291F7}"/>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AB1E1EC0-63ED-464C-9891-9582DCD35173}"/>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7F893966-FB97-4678-9663-1FC6FCE76BEC}"/>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問答</a:t>
            </a:r>
          </a:p>
        </p:txBody>
      </p:sp>
      <p:sp>
        <p:nvSpPr>
          <p:cNvPr id="8" name="">
            <a:extLst xmlns:a="http://schemas.openxmlformats.org/drawingml/2006/main">
              <a:ext uri="{FF2B5EF4-FFF2-40B4-BE49-F238E27FC236}">
                <a16:creationId xmlns:a16="http://schemas.microsoft.com/office/drawing/2014/main" id="{F7F4F08C-70A1-479C-8170-231758E877EE}"/>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本機卡片＋固定試煉</a:t>
            </a:r>
          </a:p>
        </p:txBody>
      </p:sp>
      <p:sp>
        <p:nvSpPr>
          <p:cNvPr id="9" name="">
            <a:extLst xmlns:a="http://schemas.openxmlformats.org/drawingml/2006/main">
              <a:ext uri="{FF2B5EF4-FFF2-40B4-BE49-F238E27FC236}">
                <a16:creationId xmlns:a16="http://schemas.microsoft.com/office/drawing/2014/main" id="{28457BD5-2E74-428A-A451-71C2D998AAEA}"/>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041764DC-0A96-4CD0-B7AD-1015B1449F89}"/>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4FA4D607-F740-453E-8D19-D9C5CFBD03BA}"/>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導引</a:t>
            </a:r>
          </a:p>
        </p:txBody>
      </p:sp>
      <p:sp>
        <p:nvSpPr>
          <p:cNvPr id="12" name="">
            <a:extLst xmlns:a="http://schemas.openxmlformats.org/drawingml/2006/main">
              <a:ext uri="{FF2B5EF4-FFF2-40B4-BE49-F238E27FC236}">
                <a16:creationId xmlns:a16="http://schemas.microsoft.com/office/drawing/2014/main" id="{B859CE80-E829-49BC-AD4E-558C79E089B7}"/>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四條路線＋進度</a:t>
            </a:r>
          </a:p>
        </p:txBody>
      </p:sp>
      <p:sp>
        <p:nvSpPr>
          <p:cNvPr id="13" name="">
            <a:extLst xmlns:a="http://schemas.openxmlformats.org/drawingml/2006/main">
              <a:ext uri="{FF2B5EF4-FFF2-40B4-BE49-F238E27FC236}">
                <a16:creationId xmlns:a16="http://schemas.microsoft.com/office/drawing/2014/main" id="{F2E6C175-46D6-4A88-B438-AF36EACC52A7}"/>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470196C0-9F7F-4F64-B955-94A9B8702B2D}"/>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4B641D65-9A8B-4C41-86C3-3C5B11E18DA6}"/>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限制</a:t>
            </a:r>
          </a:p>
        </p:txBody>
      </p:sp>
      <p:sp>
        <p:nvSpPr>
          <p:cNvPr id="16" name="">
            <a:extLst xmlns:a="http://schemas.openxmlformats.org/drawingml/2006/main">
              <a:ext uri="{FF2B5EF4-FFF2-40B4-BE49-F238E27FC236}">
                <a16:creationId xmlns:a16="http://schemas.microsoft.com/office/drawing/2014/main" id="{6D7C9363-E524-417F-91F2-C34529F6A190}"/>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模型需網路與額度</a:t>
            </a:r>
          </a:p>
        </p:txBody>
      </p:sp>
      <p:sp>
        <p:nvSpPr>
          <p:cNvPr id="17" name="">
            <a:extLst xmlns:a="http://schemas.openxmlformats.org/drawingml/2006/main">
              <a:ext uri="{FF2B5EF4-FFF2-40B4-BE49-F238E27FC236}">
                <a16:creationId xmlns:a16="http://schemas.microsoft.com/office/drawing/2014/main" id="{8A5D28C1-DDB9-4358-9C05-F18BF183BFDC}"/>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E28086F2-CD5E-46F0-BC52-C52D1E3BCF3C}"/>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546FC4E9-1C62-49C5-89FD-838D9B34064A}"/>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下一步</a:t>
            </a:r>
          </a:p>
        </p:txBody>
      </p:sp>
      <p:sp>
        <p:nvSpPr>
          <p:cNvPr id="20" name="">
            <a:extLst xmlns:a="http://schemas.openxmlformats.org/drawingml/2006/main">
              <a:ext uri="{FF2B5EF4-FFF2-40B4-BE49-F238E27FC236}">
                <a16:creationId xmlns:a16="http://schemas.microsoft.com/office/drawing/2014/main" id="{E555B2FC-615F-4BE6-97D5-0BC88B08ECA3}"/>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目前尚未排定</a:t>
            </a:r>
          </a:p>
        </p:txBody>
      </p:sp>
      <p:sp>
        <p:nvSpPr>
          <p:cNvPr id="21" name="">
            <a:extLst xmlns:a="http://schemas.openxmlformats.org/drawingml/2006/main">
              <a:ext uri="{FF2B5EF4-FFF2-40B4-BE49-F238E27FC236}">
                <a16:creationId xmlns:a16="http://schemas.microsoft.com/office/drawing/2014/main" id="{AB36AD67-1FC6-480C-A4C6-364FA8B07C08}"/>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已完成：1,236 張知識卡、300 題、80 段導引教材、伺服器端學習進度</a:t>
            </a:r>
          </a:p>
        </p:txBody>
      </p:sp>
      <p:sp>
        <p:nvSpPr>
          <p:cNvPr id="22" name="">
            <a:extLst xmlns:a="http://schemas.openxmlformats.org/drawingml/2006/main">
              <a:ext uri="{FF2B5EF4-FFF2-40B4-BE49-F238E27FC236}">
                <a16:creationId xmlns:a16="http://schemas.microsoft.com/office/drawing/2014/main" id="{F63C098F-59EE-4942-B328-67256E7A89A5}"/>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只陳述已完成的功能，不把可能方向寫成既定計畫。</a:t>
            </a:r>
          </a:p>
        </p:txBody>
      </p:sp>
    </p:spTree>
    <p:extLst>
      <p:ext uri="{BB962C8B-B14F-4D97-AF65-F5344CB8AC3E}">
        <p14:creationId xmlns:p14="http://schemas.microsoft.com/office/powerpoint/2010/main" val="1672336390"/>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998511D-644D-49DB-902C-596116F6A737}"/>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DF015A7F-E3CA-41C4-851A-7A5A6281E413}"/>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DA3EC139-90F8-4B54-B113-41654EF092E1}"/>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734B8ED7-F503-4F59-AB9D-7C9E98A8B717}"/>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7BF4EC86-6F2B-472E-80AB-9C9D1A2783A3}"/>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0B5C35F2-078B-4EAB-B87B-4DD2A51002A4}"/>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D4EFAC06-8CB4-4EBD-9EB0-F2E9B13756F5}"/>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E2D43BE0-6ACD-4BB0-AD28-69D4EF11E33B}"/>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C054E8C4-5781-42C8-B709-C686BC1EDFB7}"/>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48366FD3-D6C6-492F-B692-ADD6A44A1245}"/>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00998A03-F87B-4968-BB49-F7FBA9D89127}"/>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A3464145-9031-43C3-A5F6-D0EFDA84B44B}"/>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7BE8EC2D-C01A-459D-8C3F-24FF5064A80B}"/>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77459DF4-C969-4DF3-BC50-0DFEF468BDB8}"/>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7E6F761B-40C8-4BF0-8EFB-A606F5BD60CC}"/>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B3BE377A-9BF2-4B76-BE90-31AD55691ECA}"/>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471BA262-AAD1-439D-9476-727DA281EA48}"/>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EDC165F1-941D-46CE-A530-5DC4869FA773}"/>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798A24EC-43B9-4B64-A042-59A6C01CEFD0}"/>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FA6C1E6B-38EC-4961-887E-02FAA2BBEB40}"/>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8ACA21C7-97D0-4E1E-B58D-B22841ADEBA4}"/>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CCCCDFD0-68DE-4113-93FA-D524E9F91E9A}"/>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566C0BA4-3823-4D90-A53D-29646C99BF55}"/>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37045E47-25D8-4074-B8EA-BD8F7978C8EE}"/>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16DBF8E3-0545-430C-AE7A-A6C7E5FE7247}"/>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3488EAB6-37D1-4FEE-B1BD-D4FDFB8A625D}"/>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06F921D7-FFC5-4963-9E51-D0480670A9ED}"/>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2EFFF84B-EA0F-426B-9A3B-5CD1A54E4560}"/>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6133F7FD-868C-46F7-A1E0-2123899F783D}"/>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21A74917-9ED4-4992-B388-56B6B48EE893}"/>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DC714EE9-D1AD-42EC-9360-C5C5A4C666B7}"/>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546B6A9C-588A-4248-8AB3-986959BE93F3}"/>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B28102A6-030B-4E1A-94E7-19DB4082A5B6}"/>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87BF2D95-ED6B-4DCA-8DCC-C82A4EC7C865}"/>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9B2FF889-E346-4DEA-A52D-AD3853C6379B}"/>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146EF39C-4579-4546-8849-261D072CB083}"/>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CE49C7A3-CCA2-4A3D-8B3C-2F45638BCFB2}"/>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55EACFD5-B4CF-49EF-8413-7EF359858F3B}"/>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1,236 張知識卡與 300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65DDC133-57B5-4F79-9EB2-497E1BFC6A97}"/>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64CAB320-3057-4280-829F-E6A92935DA6B}"/>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F792F9EE-D373-45F1-B7EB-043E0CF92E2C}"/>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5D970290-EBDD-46D9-8199-4DF68D7D60A9}"/>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655FD6B1-9688-44AB-8853-3DC943CB15EA}"/>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EE660CE0-0FBA-4F5B-9B89-51381FA9C1B8}"/>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11283345-E4C6-4A21-883C-0D5D794FBE53}"/>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6A03CAE3-A721-447F-AD5C-D1F58170916D}"/>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444459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2026-09-19T11:10:36.2890000Z</dcterms:created>
  <dcterms:modified xsi:type="dcterms:W3CDTF">2026-09-19T11:10:36.2890000Z</dcterms:modified>
</coreProperties>
</file>